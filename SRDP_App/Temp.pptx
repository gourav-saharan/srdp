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87" r:id="rId3"/>
  </p:sldMasterIdLst>
  <p:notesMasterIdLst>
    <p:notesMasterId r:id="rId5"/>
  </p:notesMasterIdLst>
  <p:sldIdLst>
    <p:sldId id="382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2" autoAdjust="0"/>
    <p:restoredTop sz="94660"/>
  </p:normalViewPr>
  <p:slideViewPr>
    <p:cSldViewPr snapToGrid="0">
      <p:cViewPr varScale="1">
        <p:scale>
          <a:sx n="94" d="100"/>
          <a:sy n="94" d="100"/>
        </p:scale>
        <p:origin x="672" y="11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7ADA0A-B532-485E-9868-B3626B062E40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7BFB6-E4EC-4F0F-BD41-EC6D77B2C03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0102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istrator\Downloads\hasetri logo_LETTER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15" y="2857164"/>
            <a:ext cx="1394524" cy="30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1676400"/>
            <a:ext cx="9144000" cy="12192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650" u="sng" dirty="0">
              <a:solidFill>
                <a:srgbClr val="336666"/>
              </a:solidFill>
              <a:cs typeface="Arial" charset="0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1905000" y="1219200"/>
            <a:ext cx="0" cy="2057400"/>
          </a:xfrm>
          <a:prstGeom prst="line">
            <a:avLst/>
          </a:prstGeom>
          <a:noFill/>
          <a:ln w="349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50" u="sng" dirty="0">
              <a:solidFill>
                <a:srgbClr val="336666"/>
              </a:solidFill>
              <a:cs typeface="Arial" charset="0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133600" y="1371600"/>
            <a:ext cx="6477000" cy="1752600"/>
          </a:xfrm>
        </p:spPr>
        <p:txBody>
          <a:bodyPr/>
          <a:lstStyle>
            <a:lvl1pPr>
              <a:defRPr sz="2100"/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733800"/>
            <a:ext cx="6477000" cy="1981200"/>
          </a:xfrm>
        </p:spPr>
        <p:txBody>
          <a:bodyPr/>
          <a:lstStyle>
            <a:lvl1pPr marL="0" indent="0" algn="r">
              <a:buNone/>
              <a:defRPr sz="1500"/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7086600" y="6248400"/>
            <a:ext cx="1524000" cy="457200"/>
          </a:xfrm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810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400800"/>
            <a:ext cx="1219200" cy="457200"/>
          </a:xfrm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13" name="Picture 3" descr="Picture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14" y="1644253"/>
            <a:ext cx="1350111" cy="128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579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 b="0"/>
            </a:lvl3pPr>
            <a:lvl4pPr>
              <a:defRPr sz="1350" b="0"/>
            </a:lvl4pPr>
            <a:lvl5pPr>
              <a:defRPr sz="135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821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9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448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</a:t>
            </a:r>
            <a:r>
              <a:rPr lang="en-US" dirty="0" err="1"/>
              <a:t>t`o</a:t>
            </a:r>
            <a:r>
              <a:rPr lang="en-US" dirty="0"/>
              <a:t>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785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14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527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781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1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5609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5506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78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190500"/>
            <a:ext cx="1905000" cy="5829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562600" cy="58293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3464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90504"/>
            <a:ext cx="7620000" cy="15271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24000" y="1905000"/>
            <a:ext cx="7010400" cy="4114800"/>
          </a:xfr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  <a:endParaRPr lang="en-IN" noProof="0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9488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3124195" y="3124203"/>
            <a:ext cx="6858001" cy="609601"/>
          </a:xfrm>
          <a:prstGeom prst="rect">
            <a:avLst/>
          </a:prstGeom>
        </p:spPr>
        <p:txBody>
          <a:bodyPr/>
          <a:lstStyle>
            <a:lvl1pPr>
              <a:defRPr lang="en-IN"/>
            </a:lvl1pPr>
          </a:lstStyle>
          <a:p>
            <a:pPr lvl="0" algn="r"/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300193" y="0"/>
            <a:ext cx="2843808" cy="6858000"/>
          </a:xfrm>
          <a:solidFill>
            <a:schemeClr val="tx1">
              <a:alpha val="65000"/>
            </a:schemeClr>
          </a:solidFill>
        </p:spPr>
        <p:txBody>
          <a:bodyPr anchor="b">
            <a:normAutofit/>
          </a:bodyPr>
          <a:lstStyle>
            <a:lvl1pPr algn="r">
              <a:defRPr sz="1800">
                <a:solidFill>
                  <a:schemeClr val="bg1"/>
                </a:solidFill>
              </a:defRPr>
            </a:lvl1pPr>
            <a:lvl2pPr algn="r">
              <a:defRPr sz="1500">
                <a:solidFill>
                  <a:schemeClr val="bg1"/>
                </a:solidFill>
              </a:defRPr>
            </a:lvl2pPr>
            <a:lvl3pPr algn="r">
              <a:defRPr sz="1350">
                <a:solidFill>
                  <a:schemeClr val="bg1"/>
                </a:solidFill>
              </a:defRPr>
            </a:lvl3pPr>
            <a:lvl4pPr algn="r">
              <a:defRPr sz="1200">
                <a:solidFill>
                  <a:schemeClr val="bg1"/>
                </a:solidFill>
              </a:defRPr>
            </a:lvl4pPr>
            <a:lvl5pPr algn="r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67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>
        <p:tmplLst>
          <p:tmpl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5086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297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629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694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192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5139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2071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200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62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0972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6441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4963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istrator\Downloads\hasetri logo_LETTER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15" y="2857164"/>
            <a:ext cx="1394524" cy="30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1676400"/>
            <a:ext cx="9144000" cy="12192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650" u="sng" dirty="0">
              <a:solidFill>
                <a:srgbClr val="336666"/>
              </a:solidFill>
              <a:cs typeface="Arial" charset="0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1905000" y="1219200"/>
            <a:ext cx="0" cy="2057400"/>
          </a:xfrm>
          <a:prstGeom prst="line">
            <a:avLst/>
          </a:prstGeom>
          <a:noFill/>
          <a:ln w="349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50" u="sng" dirty="0">
              <a:solidFill>
                <a:srgbClr val="336666"/>
              </a:solidFill>
              <a:cs typeface="Arial" charset="0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133600" y="1371600"/>
            <a:ext cx="6477000" cy="1752600"/>
          </a:xfrm>
        </p:spPr>
        <p:txBody>
          <a:bodyPr/>
          <a:lstStyle>
            <a:lvl1pPr>
              <a:defRPr sz="2100"/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733800"/>
            <a:ext cx="6477000" cy="1981200"/>
          </a:xfrm>
        </p:spPr>
        <p:txBody>
          <a:bodyPr/>
          <a:lstStyle>
            <a:lvl1pPr marL="0" indent="0">
              <a:defRPr sz="1500"/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7086600" y="6248400"/>
            <a:ext cx="1524000" cy="457200"/>
          </a:xfrm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810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400800"/>
            <a:ext cx="1219200" cy="457200"/>
          </a:xfrm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  <p:pic>
        <p:nvPicPr>
          <p:cNvPr id="13" name="Picture 3" descr="Picture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14" y="1644253"/>
            <a:ext cx="1350111" cy="128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05660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 b="0"/>
            </a:lvl3pPr>
            <a:lvl4pPr>
              <a:defRPr sz="1350" b="0"/>
            </a:lvl4pPr>
            <a:lvl5pPr>
              <a:defRPr sz="135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566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21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3479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</a:t>
            </a:r>
            <a:r>
              <a:rPr lang="en-US" dirty="0" err="1"/>
              <a:t>t`o</a:t>
            </a:r>
            <a:r>
              <a:rPr lang="en-US" dirty="0"/>
              <a:t>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1058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528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946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972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1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7116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1184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0639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190500"/>
            <a:ext cx="1905000" cy="5829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562600" cy="58293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5798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90504"/>
            <a:ext cx="7620000" cy="15271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24000" y="1905000"/>
            <a:ext cx="7010400" cy="4114800"/>
          </a:xfr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  <a:endParaRPr lang="en-IN" noProof="0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3870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3124195" y="3124203"/>
            <a:ext cx="6858001" cy="609601"/>
          </a:xfrm>
          <a:prstGeom prst="rect">
            <a:avLst/>
          </a:prstGeom>
        </p:spPr>
        <p:txBody>
          <a:bodyPr/>
          <a:lstStyle>
            <a:lvl1pPr>
              <a:defRPr lang="en-IN"/>
            </a:lvl1pPr>
          </a:lstStyle>
          <a:p>
            <a:pPr lvl="0" algn="r"/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47EA4A1-B882-405D-A35E-13D3978895F7}" type="datetimeFigureOut">
              <a:rPr lang="en-IN" smtClean="0">
                <a:solidFill>
                  <a:prstClr val="white">
                    <a:lumMod val="50000"/>
                  </a:prstClr>
                </a:solidFill>
              </a:rPr>
              <a:pPr/>
              <a:t>14-05-2026</a:t>
            </a:fld>
            <a:endParaRPr lang="en-IN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IN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CDD2E6F-EA3C-415A-8E12-C81097C89AF6}" type="slidenum">
              <a:rPr lang="en-IN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IN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300193" y="0"/>
            <a:ext cx="2843808" cy="6858000"/>
          </a:xfrm>
          <a:solidFill>
            <a:schemeClr val="tx1">
              <a:alpha val="65000"/>
            </a:schemeClr>
          </a:solidFill>
        </p:spPr>
        <p:txBody>
          <a:bodyPr anchor="b">
            <a:normAutofit/>
          </a:bodyPr>
          <a:lstStyle>
            <a:lvl1pPr algn="r">
              <a:defRPr sz="1800">
                <a:solidFill>
                  <a:schemeClr val="bg1"/>
                </a:solidFill>
              </a:defRPr>
            </a:lvl1pPr>
            <a:lvl2pPr algn="r">
              <a:defRPr sz="1500">
                <a:solidFill>
                  <a:schemeClr val="bg1"/>
                </a:solidFill>
              </a:defRPr>
            </a:lvl2pPr>
            <a:lvl3pPr algn="r">
              <a:defRPr sz="1350">
                <a:solidFill>
                  <a:schemeClr val="bg1"/>
                </a:solidFill>
              </a:defRPr>
            </a:lvl3pPr>
            <a:lvl4pPr algn="r">
              <a:defRPr sz="1200">
                <a:solidFill>
                  <a:schemeClr val="bg1"/>
                </a:solidFill>
              </a:defRPr>
            </a:lvl4pPr>
            <a:lvl5pPr algn="r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69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>
        <p:tmplLst>
          <p:tmpl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61988"/>
            <a:ext cx="9144000" cy="6858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650" u="sng" dirty="0">
              <a:solidFill>
                <a:srgbClr val="336666"/>
              </a:solidFill>
              <a:cs typeface="Arial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90500"/>
            <a:ext cx="7620000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05000"/>
            <a:ext cx="7010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750" u="none"/>
            </a:lvl1pPr>
          </a:lstStyle>
          <a:p>
            <a:fld id="{5C23FA2F-C6A0-48ED-A322-155C3E498A67}" type="datetimeFigureOut">
              <a:rPr lang="en-GB" smtClean="0"/>
              <a:t>14/05/2026</a:t>
            </a:fld>
            <a:endParaRPr lang="en-GB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750" u="none"/>
            </a:lvl1pPr>
          </a:lstStyle>
          <a:p>
            <a:endParaRPr lang="en-GB" dirty="0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48600" y="6400800"/>
            <a:ext cx="1295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 u="none"/>
            </a:lvl1pPr>
          </a:lstStyle>
          <a:p>
            <a:fld id="{24DD1235-E29E-4A20-9F24-4DCD5889808D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 flipV="1">
            <a:off x="1371600" y="304800"/>
            <a:ext cx="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50" u="sng" dirty="0">
              <a:solidFill>
                <a:srgbClr val="336666"/>
              </a:solidFill>
              <a:cs typeface="Arial" charset="0"/>
            </a:endParaRPr>
          </a:p>
        </p:txBody>
      </p:sp>
      <p:pic>
        <p:nvPicPr>
          <p:cNvPr id="10" name="Picture 2" descr="C:\Users\Administrator\Downloads\hasetri logo_LETTERS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9" y="1529617"/>
            <a:ext cx="1394524" cy="30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 descr="Picture1"/>
          <p:cNvPicPr>
            <a:picLocks noChangeAspect="1" noChangeArrowheads="1"/>
          </p:cNvPicPr>
          <p:nvPr/>
        </p:nvPicPr>
        <p:blipFill>
          <a:blip r:embed="rId17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1" y="316706"/>
            <a:ext cx="1350111" cy="128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5810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¢"/>
        <a:defRPr sz="195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l"/>
        <a:defRPr sz="18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15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5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5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85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61988"/>
            <a:ext cx="9144000" cy="6858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650" u="sng" dirty="0">
              <a:solidFill>
                <a:srgbClr val="336666"/>
              </a:solidFill>
              <a:cs typeface="Arial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190500"/>
            <a:ext cx="7620000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05000"/>
            <a:ext cx="7010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750" u="none"/>
            </a:lvl1pPr>
          </a:lstStyle>
          <a:p>
            <a:fld id="{847EA4A1-B882-405D-A35E-13D3978895F7}" type="datetimeFigureOut">
              <a:rPr lang="en-IN" smtClean="0">
                <a:solidFill>
                  <a:prstClr val="black"/>
                </a:solidFill>
              </a:rPr>
              <a:pPr/>
              <a:t>14-05-2026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750" u="none"/>
            </a:lvl1pPr>
          </a:lstStyle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48600" y="6400800"/>
            <a:ext cx="1295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 u="none"/>
            </a:lvl1pPr>
          </a:lstStyle>
          <a:p>
            <a:fld id="{ECDD2E6F-EA3C-415A-8E12-C81097C89AF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 flipV="1">
            <a:off x="1371600" y="304800"/>
            <a:ext cx="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50" u="sng" dirty="0">
              <a:solidFill>
                <a:srgbClr val="336666"/>
              </a:solidFill>
              <a:cs typeface="Arial" charset="0"/>
            </a:endParaRPr>
          </a:p>
        </p:txBody>
      </p:sp>
      <p:pic>
        <p:nvPicPr>
          <p:cNvPr id="10" name="Picture 2" descr="C:\Users\Administrator\Downloads\hasetri logo_LETTERS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9" y="1529617"/>
            <a:ext cx="1394524" cy="30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 descr="Picture1"/>
          <p:cNvPicPr>
            <a:picLocks noChangeAspect="1" noChangeArrowheads="1"/>
          </p:cNvPicPr>
          <p:nvPr/>
        </p:nvPicPr>
        <p:blipFill>
          <a:blip r:embed="rId17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1" y="316706"/>
            <a:ext cx="1350111" cy="128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401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¢"/>
        <a:defRPr sz="195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l"/>
        <a:defRPr sz="18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15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5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5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2B4D2-A16E-4416-61AB-31D19460D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">
            <a:extLst>
              <a:ext uri="{FF2B5EF4-FFF2-40B4-BE49-F238E27FC236}">
                <a16:creationId xmlns:a16="http://schemas.microsoft.com/office/drawing/2014/main" id="{A28EF54B-FE42-FC1C-1FB2-0C0398BF9A3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802306"/>
            <a:ext cx="9143999" cy="5055694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FA67CF17-CFC9-5668-2EF7-8B1DB3C81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7629"/>
            <a:ext cx="7620000" cy="1450046"/>
          </a:xfrm>
        </p:spPr>
        <p:txBody>
          <a:bodyPr/>
          <a:lstStyle/>
          <a:p>
            <a:r>
              <a:rPr lang="en-US" sz="20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Title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22750400"/>
      </p:ext>
    </p:extLst>
  </p:cSld>
  <p:clrMapOvr>
    <a:masterClrMapping/>
  </p:clrMapOvr>
</p:sld>
</file>

<file path=ppt/theme/theme1.xml><?xml version="1.0" encoding="utf-8"?>
<a:theme xmlns:a="http://schemas.openxmlformats.org/drawingml/2006/main" name="HASETRI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ch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ASETRI" id="{B716A266-A4A7-42E7-B0BF-5F19AF2F6388}" vid="{C9B3B6FA-1FAD-4E0C-B203-1A0E2E25466B}"/>
    </a:ext>
  </a:extLst>
</a:theme>
</file>

<file path=ppt/theme/theme2.xml><?xml version="1.0" encoding="utf-8"?>
<a:theme xmlns:a="http://schemas.openxmlformats.org/drawingml/2006/main" name="1_HASETR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asetri Report template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ch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HASETRI</Template>
  <TotalTime>5838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Tahoma</vt:lpstr>
      <vt:lpstr>Wingdings</vt:lpstr>
      <vt:lpstr>HASETRI</vt:lpstr>
      <vt:lpstr>1_HASETRI</vt:lpstr>
      <vt:lpstr>Hasetri Report template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Y0M InCabin NVH Testing Results Indore - NATRAX</dc:title>
  <dc:creator>HASETRI</dc:creator>
  <cp:lastModifiedBy>HP</cp:lastModifiedBy>
  <cp:revision>529</cp:revision>
  <dcterms:created xsi:type="dcterms:W3CDTF">2019-12-25T13:15:26Z</dcterms:created>
  <dcterms:modified xsi:type="dcterms:W3CDTF">2026-05-14T07:20:47Z</dcterms:modified>
</cp:coreProperties>
</file>